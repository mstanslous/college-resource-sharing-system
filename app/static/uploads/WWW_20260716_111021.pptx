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0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1229A90-7CE0-4C19-822D-9944EA67244D}" type="datetimeFigureOut">
              <a:rPr lang="en-US" smtClean="0"/>
              <a:t>5/26/2021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65C23-61BD-4414-8280-34D81057D0BC}" type="slidenum">
              <a:rPr lang="en-US" smtClean="0"/>
              <a:t>‹#›</a:t>
            </a:fld>
            <a:endParaRPr lang="en-US"/>
          </a:p>
        </p:txBody>
      </p:sp>
    </p:spTree>
    <p:extLst>
      <p:ext uri="{BB962C8B-B14F-4D97-AF65-F5344CB8AC3E}">
        <p14:creationId xmlns:p14="http://schemas.microsoft.com/office/powerpoint/2010/main" val="1193676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1229A90-7CE0-4C19-822D-9944EA67244D}" type="datetimeFigureOut">
              <a:rPr lang="en-US" smtClean="0"/>
              <a:t>5/26/2021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65C23-61BD-4414-8280-34D81057D0BC}" type="slidenum">
              <a:rPr lang="en-US" smtClean="0"/>
              <a:t>‹#›</a:t>
            </a:fld>
            <a:endParaRPr lang="en-US"/>
          </a:p>
        </p:txBody>
      </p:sp>
    </p:spTree>
    <p:extLst>
      <p:ext uri="{BB962C8B-B14F-4D97-AF65-F5344CB8AC3E}">
        <p14:creationId xmlns:p14="http://schemas.microsoft.com/office/powerpoint/2010/main" val="563787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1229A90-7CE0-4C19-822D-9944EA67244D}" type="datetimeFigureOut">
              <a:rPr lang="en-US" smtClean="0"/>
              <a:t>5/26/2021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65C23-61BD-4414-8280-34D81057D0BC}" type="slidenum">
              <a:rPr lang="en-US" smtClean="0"/>
              <a:t>‹#›</a:t>
            </a:fld>
            <a:endParaRPr lang="en-US"/>
          </a:p>
        </p:txBody>
      </p:sp>
    </p:spTree>
    <p:extLst>
      <p:ext uri="{BB962C8B-B14F-4D97-AF65-F5344CB8AC3E}">
        <p14:creationId xmlns:p14="http://schemas.microsoft.com/office/powerpoint/2010/main" val="4108811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1229A90-7CE0-4C19-822D-9944EA67244D}" type="datetimeFigureOut">
              <a:rPr lang="en-US" smtClean="0"/>
              <a:t>5/26/2021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65C23-61BD-4414-8280-34D81057D0BC}" type="slidenum">
              <a:rPr lang="en-US" smtClean="0"/>
              <a:t>‹#›</a:t>
            </a:fld>
            <a:endParaRPr lang="en-US"/>
          </a:p>
        </p:txBody>
      </p:sp>
    </p:spTree>
    <p:extLst>
      <p:ext uri="{BB962C8B-B14F-4D97-AF65-F5344CB8AC3E}">
        <p14:creationId xmlns:p14="http://schemas.microsoft.com/office/powerpoint/2010/main" val="876818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1229A90-7CE0-4C19-822D-9944EA67244D}" type="datetimeFigureOut">
              <a:rPr lang="en-US" smtClean="0"/>
              <a:t>5/26/2021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165C23-61BD-4414-8280-34D81057D0BC}" type="slidenum">
              <a:rPr lang="en-US" smtClean="0"/>
              <a:t>‹#›</a:t>
            </a:fld>
            <a:endParaRPr lang="en-US"/>
          </a:p>
        </p:txBody>
      </p:sp>
    </p:spTree>
    <p:extLst>
      <p:ext uri="{BB962C8B-B14F-4D97-AF65-F5344CB8AC3E}">
        <p14:creationId xmlns:p14="http://schemas.microsoft.com/office/powerpoint/2010/main" val="1058476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1229A90-7CE0-4C19-822D-9944EA67244D}" type="datetimeFigureOut">
              <a:rPr lang="en-US" smtClean="0"/>
              <a:t>5/26/2021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165C23-61BD-4414-8280-34D81057D0BC}" type="slidenum">
              <a:rPr lang="en-US" smtClean="0"/>
              <a:t>‹#›</a:t>
            </a:fld>
            <a:endParaRPr lang="en-US"/>
          </a:p>
        </p:txBody>
      </p:sp>
    </p:spTree>
    <p:extLst>
      <p:ext uri="{BB962C8B-B14F-4D97-AF65-F5344CB8AC3E}">
        <p14:creationId xmlns:p14="http://schemas.microsoft.com/office/powerpoint/2010/main" val="1529676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229A90-7CE0-4C19-822D-9944EA67244D}" type="datetimeFigureOut">
              <a:rPr lang="en-US" smtClean="0"/>
              <a:t>5/26/2021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165C23-61BD-4414-8280-34D81057D0BC}" type="slidenum">
              <a:rPr lang="en-US" smtClean="0"/>
              <a:t>‹#›</a:t>
            </a:fld>
            <a:endParaRPr lang="en-US"/>
          </a:p>
        </p:txBody>
      </p:sp>
    </p:spTree>
    <p:extLst>
      <p:ext uri="{BB962C8B-B14F-4D97-AF65-F5344CB8AC3E}">
        <p14:creationId xmlns:p14="http://schemas.microsoft.com/office/powerpoint/2010/main" val="657807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1229A90-7CE0-4C19-822D-9944EA67244D}" type="datetimeFigureOut">
              <a:rPr lang="en-US" smtClean="0"/>
              <a:t>5/26/2021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65C23-61BD-4414-8280-34D81057D0BC}" type="slidenum">
              <a:rPr lang="en-US" smtClean="0"/>
              <a:t>‹#›</a:t>
            </a:fld>
            <a:endParaRPr lang="en-US"/>
          </a:p>
        </p:txBody>
      </p:sp>
    </p:spTree>
    <p:extLst>
      <p:ext uri="{BB962C8B-B14F-4D97-AF65-F5344CB8AC3E}">
        <p14:creationId xmlns:p14="http://schemas.microsoft.com/office/powerpoint/2010/main" val="3042913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1229A90-7CE0-4C19-822D-9944EA67244D}" type="datetimeFigureOut">
              <a:rPr lang="en-US" smtClean="0"/>
              <a:t>5/26/2021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65C23-61BD-4414-8280-34D81057D0BC}" type="slidenum">
              <a:rPr lang="en-US" smtClean="0"/>
              <a:t>‹#›</a:t>
            </a:fld>
            <a:endParaRPr lang="en-US"/>
          </a:p>
        </p:txBody>
      </p:sp>
    </p:spTree>
    <p:extLst>
      <p:ext uri="{BB962C8B-B14F-4D97-AF65-F5344CB8AC3E}">
        <p14:creationId xmlns:p14="http://schemas.microsoft.com/office/powerpoint/2010/main" val="2384475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1229A90-7CE0-4C19-822D-9944EA67244D}" type="datetimeFigureOut">
              <a:rPr lang="en-US" smtClean="0"/>
              <a:t>5/26/2021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65C23-61BD-4414-8280-34D81057D0BC}" type="slidenum">
              <a:rPr lang="en-US" smtClean="0"/>
              <a:t>‹#›</a:t>
            </a:fld>
            <a:endParaRPr lang="en-US"/>
          </a:p>
        </p:txBody>
      </p:sp>
    </p:spTree>
    <p:extLst>
      <p:ext uri="{BB962C8B-B14F-4D97-AF65-F5344CB8AC3E}">
        <p14:creationId xmlns:p14="http://schemas.microsoft.com/office/powerpoint/2010/main" val="733212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1229A90-7CE0-4C19-822D-9944EA67244D}" type="datetimeFigureOut">
              <a:rPr lang="en-US" smtClean="0"/>
              <a:t>5/26/2021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65C23-61BD-4414-8280-34D81057D0BC}" type="slidenum">
              <a:rPr lang="en-US" smtClean="0"/>
              <a:t>‹#›</a:t>
            </a:fld>
            <a:endParaRPr lang="en-US"/>
          </a:p>
        </p:txBody>
      </p:sp>
    </p:spTree>
    <p:extLst>
      <p:ext uri="{BB962C8B-B14F-4D97-AF65-F5344CB8AC3E}">
        <p14:creationId xmlns:p14="http://schemas.microsoft.com/office/powerpoint/2010/main" val="572332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229A90-7CE0-4C19-822D-9944EA67244D}" type="datetimeFigureOut">
              <a:rPr lang="en-US" smtClean="0"/>
              <a:t>5/26/2021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165C23-61BD-4414-8280-34D81057D0BC}" type="slidenum">
              <a:rPr lang="en-US" smtClean="0"/>
              <a:t>‹#›</a:t>
            </a:fld>
            <a:endParaRPr lang="en-US"/>
          </a:p>
        </p:txBody>
      </p:sp>
    </p:spTree>
    <p:extLst>
      <p:ext uri="{BB962C8B-B14F-4D97-AF65-F5344CB8AC3E}">
        <p14:creationId xmlns:p14="http://schemas.microsoft.com/office/powerpoint/2010/main" val="9649273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Computer Networks</a:t>
            </a:r>
            <a:endParaRPr lang="en-US" dirty="0"/>
          </a:p>
        </p:txBody>
      </p:sp>
      <p:sp>
        <p:nvSpPr>
          <p:cNvPr id="3" name="Subtitle 2"/>
          <p:cNvSpPr>
            <a:spLocks noGrp="1"/>
          </p:cNvSpPr>
          <p:nvPr>
            <p:ph type="subTitle" idx="1"/>
          </p:nvPr>
        </p:nvSpPr>
        <p:spPr/>
        <p:txBody>
          <a:bodyPr/>
          <a:lstStyle/>
          <a:p>
            <a:r>
              <a:rPr lang="en-US" dirty="0" smtClean="0"/>
              <a:t>World Wide Web</a:t>
            </a:r>
            <a:endParaRPr lang="en-US" dirty="0"/>
          </a:p>
        </p:txBody>
      </p:sp>
    </p:spTree>
    <p:extLst>
      <p:ext uri="{BB962C8B-B14F-4D97-AF65-F5344CB8AC3E}">
        <p14:creationId xmlns:p14="http://schemas.microsoft.com/office/powerpoint/2010/main" val="1500228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Many times, the terms “Internet” and “World Wide Web,” or even just “the web,” are used interchangeably. But really, they are </a:t>
            </a:r>
            <a:r>
              <a:rPr lang="en-US" i="1" dirty="0"/>
              <a:t>not</a:t>
            </a:r>
            <a:r>
              <a:rPr lang="en-US" dirty="0"/>
              <a:t> the same thing at all! The Internet is an interconnected network of networks. Many services run across the Internet: electronic mail, voice and video, file transfers, and, yes, the World Wide Web.</a:t>
            </a:r>
          </a:p>
          <a:p>
            <a:r>
              <a:rPr lang="en-US" dirty="0"/>
              <a:t>The World Wide Web is simply one piece of the Internet. It is made up of web servers that have HTML pages that are being viewed on devices with web browsers. It is really that simple.</a:t>
            </a:r>
          </a:p>
          <a:p>
            <a:endParaRPr lang="en-US" dirty="0"/>
          </a:p>
        </p:txBody>
      </p:sp>
    </p:spTree>
    <p:extLst>
      <p:ext uri="{BB962C8B-B14F-4D97-AF65-F5344CB8AC3E}">
        <p14:creationId xmlns:p14="http://schemas.microsoft.com/office/powerpoint/2010/main" val="1351636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33</Words>
  <Application>Microsoft Office PowerPoint</Application>
  <PresentationFormat>On-screen Show (4:3)</PresentationFormat>
  <Paragraphs>4</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Computer Networks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dc:title>
  <dc:creator>Kho</dc:creator>
  <cp:lastModifiedBy>Kho</cp:lastModifiedBy>
  <cp:revision>1</cp:revision>
  <dcterms:created xsi:type="dcterms:W3CDTF">2021-05-26T09:24:16Z</dcterms:created>
  <dcterms:modified xsi:type="dcterms:W3CDTF">2021-05-26T09:25:18Z</dcterms:modified>
</cp:coreProperties>
</file>